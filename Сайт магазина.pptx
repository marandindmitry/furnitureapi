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Layouts/slideLayout17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12192000" cy="6858000"/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83" d="100"/>
          <a:sy n="83" d="100"/>
        </p:scale>
        <p:origin x="658" y="67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 /><Relationship Id="rId10" Type="http://schemas.openxmlformats.org/officeDocument/2006/relationships/tableStyles" Target="tableStyles.xml" /><Relationship Id="rId11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2AF00B2-28B2-4C04-8ED2-E83D3B44F79D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A8326F9-8D13-4040-BE67-B63EF3BAAB5F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2AF00B2-28B2-4C04-8ED2-E83D3B44F79D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A8326F9-8D13-4040-BE67-B63EF3BAAB5F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2AF00B2-28B2-4C04-8ED2-E83D3B44F79D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A8326F9-8D13-4040-BE67-B63EF3BAAB5F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2AF00B2-28B2-4C04-8ED2-E83D3B44F79D}" type="datetimeFigureOut">
              <a:rPr lang="ru-RU"/>
              <a:t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A8326F9-8D13-4040-BE67-B63EF3BAAB5F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2AF00B2-28B2-4C04-8ED2-E83D3B44F79D}" type="datetimeFigureOut">
              <a:rPr lang="ru-RU"/>
              <a:t/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A8326F9-8D13-4040-BE67-B63EF3BAAB5F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2AF00B2-28B2-4C04-8ED2-E83D3B44F79D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A8326F9-8D13-4040-BE67-B63EF3BAAB5F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2AF00B2-28B2-4C04-8ED2-E83D3B44F79D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A8326F9-8D13-4040-BE67-B63EF3BAAB5F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154953" y="3129280"/>
            <a:ext cx="3401062" cy="289559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2AF00B2-28B2-4C04-8ED2-E83D3B44F79D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A8326F9-8D13-4040-BE67-B63EF3BAAB5F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ru-RU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2AF00B2-28B2-4C04-8ED2-E83D3B44F79D}" type="datetimeFigureOut">
              <a:rPr lang="ru-RU"/>
              <a:t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A8326F9-8D13-4040-BE67-B63EF3BAAB5F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Панорамная фотография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ru-RU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2AF00B2-28B2-4C04-8ED2-E83D3B44F79D}" type="datetimeFigureOut">
              <a:rPr lang="ru-RU"/>
              <a:t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A8326F9-8D13-4040-BE67-B63EF3BAAB5F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Заголовок и подпись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154954" y="3657600"/>
            <a:ext cx="8825659" cy="23621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2AF00B2-28B2-4C04-8ED2-E83D3B44F79D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A8326F9-8D13-4040-BE67-B63EF3BAAB5F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Цитата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 bwMode="auto"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cap="sm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2AF00B2-28B2-4C04-8ED2-E83D3B44F79D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A8326F9-8D13-4040-BE67-B63EF3BAAB5F}" type="slidenum">
              <a:rPr lang="ru-RU"/>
              <a:t/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 bwMode="auto"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US"/>
              <a:t>“</a:t>
            </a:r>
            <a:endParaRPr/>
          </a:p>
        </p:txBody>
      </p:sp>
      <p:sp>
        <p:nvSpPr>
          <p:cNvPr id="15" name="TextBox 14"/>
          <p:cNvSpPr txBox="1"/>
          <p:nvPr/>
        </p:nvSpPr>
        <p:spPr bwMode="auto"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US"/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Карточка имен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2AF00B2-28B2-4C04-8ED2-E83D3B44F79D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A8326F9-8D13-4040-BE67-B63EF3BAAB5F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Три колон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 sz="4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 bwMode="auto"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 bwMode="auto">
          <a:xfrm>
            <a:off x="3873106" y="2667000"/>
            <a:ext cx="294679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 bwMode="auto"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 bwMode="auto"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17" name="Straight Connector 16"/>
          <p:cNvCxnSpPr>
            <a:cxnSpLocks/>
          </p:cNvCxnSpPr>
          <p:nvPr/>
        </p:nvCxnSpPr>
        <p:spPr bwMode="auto"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cxnSpLocks/>
          </p:cNvCxnSpPr>
          <p:nvPr/>
        </p:nvCxnSpPr>
        <p:spPr bwMode="auto"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2AF00B2-28B2-4C04-8ED2-E83D3B44F79D}" type="datetimeFigureOut">
              <a:rPr lang="ru-RU"/>
              <a:t/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A8326F9-8D13-4040-BE67-B63EF3BAAB5F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Столбец с тремя рисункам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 sz="4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9" name="Picture Placeholder 2"/>
          <p:cNvSpPr>
            <a:spLocks noChangeAspect="1" noGrp="1"/>
          </p:cNvSpPr>
          <p:nvPr>
            <p:ph type="pic" idx="15"/>
          </p:nvPr>
        </p:nvSpPr>
        <p:spPr bwMode="auto"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ru-RU"/>
              <a:t>Вставка рисунка</a:t>
            </a:r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 bwMode="auto">
          <a:xfrm>
            <a:off x="652463" y="4827211"/>
            <a:ext cx="2940050" cy="6591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0" name="Picture Placeholder 2"/>
          <p:cNvSpPr>
            <a:spLocks noChangeAspect="1" noGrp="1"/>
          </p:cNvSpPr>
          <p:nvPr>
            <p:ph type="pic" idx="21"/>
          </p:nvPr>
        </p:nvSpPr>
        <p:spPr bwMode="auto"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ru-RU"/>
              <a:t>Вставка рисунка</a:t>
            </a:r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 bwMode="auto">
          <a:xfrm>
            <a:off x="3888022" y="4827210"/>
            <a:ext cx="2934406" cy="6591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 bwMode="auto"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1" name="Picture Placeholder 2"/>
          <p:cNvSpPr>
            <a:spLocks noChangeAspect="1" noGrp="1"/>
          </p:cNvSpPr>
          <p:nvPr>
            <p:ph type="pic" idx="22"/>
          </p:nvPr>
        </p:nvSpPr>
        <p:spPr bwMode="auto"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ru-RU"/>
              <a:t>Вставка рисунка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 bwMode="auto">
          <a:xfrm>
            <a:off x="7124575" y="4827208"/>
            <a:ext cx="2935997" cy="6591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19" name="Straight Connector 18"/>
          <p:cNvCxnSpPr>
            <a:cxnSpLocks/>
          </p:cNvCxnSpPr>
          <p:nvPr/>
        </p:nvCxnSpPr>
        <p:spPr bwMode="auto"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cxnSpLocks/>
          </p:cNvCxnSpPr>
          <p:nvPr/>
        </p:nvCxnSpPr>
        <p:spPr bwMode="auto"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2AF00B2-28B2-4C04-8ED2-E83D3B44F79D}" type="datetimeFigureOut">
              <a:rPr lang="ru-RU"/>
              <a:t/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A8326F9-8D13-4040-BE67-B63EF3BAAB5F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 anchor="t" anchorCtr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2AF00B2-28B2-4C04-8ED2-E83D3B44F79D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A8326F9-8D13-4040-BE67-B63EF3BAAB5F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52463" y="887414"/>
            <a:ext cx="7423149" cy="5368924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2AF00B2-28B2-4C04-8ED2-E83D3B44F79D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A8326F9-8D13-4040-BE67-B63EF3BAAB5F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2.png"/><Relationship Id="rId20" Type="http://schemas.openxmlformats.org/officeDocument/2006/relationships/image" Target="../media/image3.png"/><Relationship Id="rId21" Type="http://schemas.openxmlformats.org/officeDocument/2006/relationships/image" Target="../media/image4.png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3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9"/>
          <a:srcRect l="3613" t="0" r="0" b="0"/>
          <a:stretch/>
        </p:blipFill>
        <p:spPr bwMode="auto"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0"/>
          <a:srcRect l="35640" t="0" r="0" b="0"/>
          <a:stretch/>
        </p:blipFill>
        <p:spPr bwMode="auto">
          <a:xfrm>
            <a:off x="0" y="2892346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 bwMode="auto">
          <a:xfrm>
            <a:off x="8609012" y="1676400"/>
            <a:ext cx="2819400" cy="2819400"/>
          </a:xfrm>
          <a:prstGeom prst="ellipse">
            <a:avLst/>
          </a:prstGeom>
          <a:gradFill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</a:gsLst>
            <a:path path="circle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1"/>
          <a:srcRect l="0" t="28813" r="0" b="0"/>
          <a:stretch/>
        </p:blipFill>
        <p:spPr bwMode="auto"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2"/>
          <a:srcRect l="0" t="0" r="0" b="23319"/>
          <a:stretch/>
        </p:blipFill>
        <p:spPr bwMode="auto">
          <a:xfrm>
            <a:off x="8605878" y="6096000"/>
            <a:ext cx="993733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auto"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 rot="5400000">
            <a:off x="10155639" y="1790700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>
              <a:defRPr/>
            </a:pPr>
            <a:fld id="{C2AF00B2-28B2-4C04-8ED2-E83D3B44F79D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39" y="295728"/>
            <a:ext cx="83819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A8326F9-8D13-4040-BE67-B63EF3BAAB5F}" type="slidenum">
              <a:rPr lang="ru-RU"/>
              <a:t/>
            </a:fld>
            <a:endParaRPr lang="ru-R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457200">
        <a:spcBef>
          <a:spcPts val="0"/>
        </a:spcBef>
        <a:buNone/>
        <a:defRPr sz="4200" b="0" i="0">
          <a:solidFill>
            <a:schemeClr val="tx2"/>
          </a:solidFill>
          <a:latin typeface="+mj-lt"/>
          <a:ea typeface="+mj-ea"/>
          <a:cs typeface="+mj-cs"/>
        </a:defRPr>
      </a:lvl1pPr>
      <a:lvl2pPr>
        <a:defRPr>
          <a:solidFill>
            <a:schemeClr val="tx2"/>
          </a:solidFill>
        </a:defRPr>
      </a:lvl2pPr>
      <a:lvl3pPr>
        <a:defRPr>
          <a:solidFill>
            <a:schemeClr val="tx2"/>
          </a:solidFill>
        </a:defRPr>
      </a:lvl3pPr>
      <a:lvl4pPr>
        <a:defRPr>
          <a:solidFill>
            <a:schemeClr val="tx2"/>
          </a:solidFill>
        </a:defRPr>
      </a:lvl4pPr>
      <a:lvl5pPr>
        <a:defRPr>
          <a:solidFill>
            <a:schemeClr val="tx2"/>
          </a:solidFill>
        </a:defRPr>
      </a:lvl5pPr>
      <a:lvl6pPr>
        <a:defRPr>
          <a:solidFill>
            <a:schemeClr val="tx2"/>
          </a:solidFill>
        </a:defRPr>
      </a:lvl6pPr>
      <a:lvl7pPr>
        <a:defRPr>
          <a:solidFill>
            <a:schemeClr val="tx2"/>
          </a:solidFill>
        </a:defRPr>
      </a:lvl7pPr>
      <a:lvl8pPr>
        <a:defRPr>
          <a:solidFill>
            <a:schemeClr val="tx2"/>
          </a:solidFill>
        </a:defRPr>
      </a:lvl8pPr>
      <a:lvl9pPr>
        <a:defRPr>
          <a:solidFill>
            <a:schemeClr val="tx2"/>
          </a:solidFill>
        </a:defRPr>
      </a:lvl9pPr>
    </p:titleStyle>
    <p:bodyStyle>
      <a:lvl1pPr marL="342900" indent="-342900" algn="l" defTabSz="457200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/>
        <a:buChar char=""/>
        <a:defRPr sz="2000" b="0" i="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/>
        <a:buChar char=""/>
        <a:defRPr sz="1800" b="0" i="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/>
        <a:buChar char=""/>
        <a:defRPr sz="1600" b="0" i="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/>
        <a:buChar char=""/>
        <a:defRPr sz="1400" b="0" i="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/>
        <a:buChar char=""/>
        <a:defRPr sz="1400" b="0" i="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/>
        <a:buChar char=""/>
        <a:defRPr sz="1400" b="0" i="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/>
        <a:buChar char=""/>
        <a:defRPr sz="1400" b="0" i="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/>
        <a:buChar char=""/>
        <a:defRPr sz="1400" b="0" i="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/>
        <a:buChar char=""/>
        <a:defRPr sz="1400" b="0" i="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604818" y="2092325"/>
            <a:ext cx="9220200" cy="2100984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ru-RU" sz="6000" b="1">
                <a:latin typeface="Times New Roman"/>
                <a:cs typeface="Times New Roman"/>
              </a:rPr>
              <a:t>Мебельный магазин </a:t>
            </a:r>
            <a:r>
              <a:rPr lang="en-US" sz="6000" b="1">
                <a:latin typeface="Times New Roman"/>
                <a:cs typeface="Times New Roman"/>
              </a:rPr>
              <a:t>“</a:t>
            </a:r>
            <a:r>
              <a:rPr lang="ru-RU" sz="6000" b="1">
                <a:latin typeface="Times New Roman"/>
                <a:cs typeface="Times New Roman"/>
              </a:rPr>
              <a:t>Стульчики-</a:t>
            </a:r>
            <a:r>
              <a:rPr lang="ru-RU" sz="6000" b="1">
                <a:latin typeface="Times New Roman"/>
                <a:cs typeface="Times New Roman"/>
              </a:rPr>
              <a:t>Стольчики</a:t>
            </a:r>
            <a:r>
              <a:rPr lang="en-US" sz="6000" b="1">
                <a:latin typeface="Times New Roman"/>
                <a:cs typeface="Times New Roman"/>
              </a:rPr>
              <a:t>”</a:t>
            </a:r>
            <a:endParaRPr lang="ru-RU" sz="6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350546" y="240282"/>
            <a:ext cx="10068071" cy="1006627"/>
          </a:xfrm>
        </p:spPr>
        <p:txBody>
          <a:bodyPr/>
          <a:lstStyle/>
          <a:p>
            <a:pPr algn="just">
              <a:defRPr/>
            </a:pPr>
            <a:r>
              <a:rPr lang="ru-RU" sz="3200">
                <a:latin typeface="Times New Roman"/>
                <a:cs typeface="Times New Roman"/>
              </a:rPr>
              <a:t>	</a:t>
            </a:r>
            <a:r>
              <a:rPr lang="ru-RU" sz="3200" b="1">
                <a:latin typeface="Times New Roman"/>
                <a:cs typeface="Times New Roman"/>
              </a:rPr>
              <a:t>Наш </a:t>
            </a:r>
            <a:r>
              <a:rPr lang="ru-RU" sz="3200" b="1">
                <a:latin typeface="Times New Roman"/>
                <a:cs typeface="Times New Roman"/>
              </a:rPr>
              <a:t>сайт представляет из себя приятный и удобный интерфейс, а также хороший функционал.</a:t>
            </a:r>
            <a:endParaRPr lang="ru-RU" sz="3200" b="1">
              <a:latin typeface="Times New Roman"/>
              <a:cs typeface="Times New Roman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943717" y="1634836"/>
            <a:ext cx="10075267" cy="50104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332510" y="193964"/>
            <a:ext cx="10002982" cy="1136072"/>
          </a:xfrm>
        </p:spPr>
        <p:txBody>
          <a:bodyPr/>
          <a:lstStyle/>
          <a:p>
            <a:pPr algn="just">
              <a:defRPr/>
            </a:pPr>
            <a:r>
              <a:rPr lang="ru-RU" sz="3200">
                <a:latin typeface="Times New Roman"/>
                <a:cs typeface="Times New Roman"/>
              </a:rPr>
              <a:t>	</a:t>
            </a:r>
            <a:r>
              <a:rPr lang="ru-RU" sz="3200" b="1">
                <a:latin typeface="Times New Roman"/>
                <a:cs typeface="Times New Roman"/>
              </a:rPr>
              <a:t>В </a:t>
            </a:r>
            <a:r>
              <a:rPr lang="ru-RU" sz="3200" b="1">
                <a:latin typeface="Times New Roman"/>
                <a:cs typeface="Times New Roman"/>
              </a:rPr>
              <a:t>удобном формате был сделан список товаров. Можно нажать на карточку, чтобы посмотреть подробнее о данном товаре.</a:t>
            </a:r>
            <a:endParaRPr lang="ru-RU" sz="3200" b="1">
              <a:latin typeface="Times New Roman"/>
              <a:cs typeface="Times New Roman"/>
            </a:endParaRPr>
          </a:p>
        </p:txBody>
      </p:sp>
      <p:pic>
        <p:nvPicPr>
          <p:cNvPr id="154834588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2316065" y="1928651"/>
            <a:ext cx="7559868" cy="42524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3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" dur="500"/>
                                        <p:tgtEl>
                                          <p:spTgt spid="15483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230475" y="175626"/>
            <a:ext cx="10188143" cy="1385318"/>
          </a:xfrm>
        </p:spPr>
        <p:txBody>
          <a:bodyPr/>
          <a:lstStyle/>
          <a:p>
            <a:pPr algn="just">
              <a:defRPr/>
            </a:pPr>
            <a:r>
              <a:rPr lang="ru-RU" sz="3200">
                <a:latin typeface="Times New Roman"/>
                <a:cs typeface="Times New Roman"/>
              </a:rPr>
              <a:t>	</a:t>
            </a:r>
            <a:r>
              <a:rPr lang="ru-RU" sz="3200" b="1">
                <a:latin typeface="Times New Roman"/>
                <a:cs typeface="Times New Roman"/>
              </a:rPr>
              <a:t>Здесь </a:t>
            </a:r>
            <a:r>
              <a:rPr lang="ru-RU" sz="3200" b="1">
                <a:latin typeface="Times New Roman"/>
                <a:cs typeface="Times New Roman"/>
              </a:rPr>
              <a:t>представлена полная характеристика товара и его цена. Также можно быстро добавить товар в корзину.</a:t>
            </a:r>
            <a:endParaRPr lang="ru-RU" sz="3200" b="1">
              <a:latin typeface="Times New Roman"/>
              <a:cs typeface="Times New Roman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783880" y="1791245"/>
            <a:ext cx="8450011" cy="48921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202765" y="129445"/>
            <a:ext cx="10114254" cy="1523863"/>
          </a:xfrm>
        </p:spPr>
        <p:txBody>
          <a:bodyPr/>
          <a:lstStyle/>
          <a:p>
            <a:pPr algn="just">
              <a:defRPr/>
            </a:pPr>
            <a:r>
              <a:rPr lang="ru-RU" sz="3200">
                <a:latin typeface="Times New Roman"/>
                <a:cs typeface="Times New Roman"/>
              </a:rPr>
              <a:t>	</a:t>
            </a:r>
            <a:r>
              <a:rPr lang="ru-RU" sz="3200" b="1">
                <a:latin typeface="Times New Roman"/>
                <a:cs typeface="Times New Roman"/>
              </a:rPr>
              <a:t>На </a:t>
            </a:r>
            <a:r>
              <a:rPr lang="ru-RU" sz="3200" b="1">
                <a:latin typeface="Times New Roman"/>
                <a:cs typeface="Times New Roman"/>
              </a:rPr>
              <a:t>данном сайте отдельно была расположена корзина с товарами. Если товар в корзине имеется, то будет предложено заказать товар с заполнение формы заказа.</a:t>
            </a:r>
            <a:endParaRPr lang="ru-RU" sz="3200" b="1">
              <a:latin typeface="Times New Roman"/>
              <a:cs typeface="Times New Roman"/>
            </a:endParaRPr>
          </a:p>
        </p:txBody>
      </p:sp>
      <p:pic>
        <p:nvPicPr>
          <p:cNvPr id="1372677903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2929503" y="2202699"/>
            <a:ext cx="7696904" cy="43295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67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6779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6779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6779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726779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726779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726779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7267790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7267790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7267790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7267790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7267790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7267790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7267790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7267790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267420" y="258754"/>
            <a:ext cx="10058835" cy="1080519"/>
          </a:xfrm>
        </p:spPr>
        <p:txBody>
          <a:bodyPr/>
          <a:lstStyle/>
          <a:p>
            <a:pPr algn="just">
              <a:defRPr/>
            </a:pPr>
            <a:r>
              <a:rPr lang="ru-RU" sz="3200">
                <a:latin typeface="Times New Roman"/>
                <a:cs typeface="Times New Roman"/>
              </a:rPr>
              <a:t>	</a:t>
            </a:r>
            <a:r>
              <a:rPr lang="ru-RU" sz="3200" b="1">
                <a:latin typeface="Times New Roman"/>
                <a:cs typeface="Times New Roman"/>
              </a:rPr>
              <a:t>Можно будет заполнить форму со всеми данными для доставки и получения заказа.</a:t>
            </a:r>
            <a:endParaRPr lang="ru-RU" sz="3200" b="1">
              <a:latin typeface="Times New Roman"/>
              <a:cs typeface="Times New Roman"/>
            </a:endParaRPr>
          </a:p>
        </p:txBody>
      </p:sp>
      <p:pic>
        <p:nvPicPr>
          <p:cNvPr id="324182733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1619271" y="1482883"/>
            <a:ext cx="9272992" cy="52160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11 0.395 C -0.508 0.386 -0.507 0.38 -0.507 0.373 C -0.504 0.358 -0.501 0.345 -0.497 0.331 C -0.492 0.315 -0.482 0.295 -0.472 0.271 C -0.459 0.252 -0.441 0.23 -0.412 0.199 C -0.381 0.173 -0.341 0.145 -0.283 0.115 C -0.237 0.093 -0.186 0.079 -0.136 0.063 C -0.087 0.052 -0.036 0.039 0.014 0.022 C 0.076 0.005 0.14 -0.012 0.208 -0.029 C 0.277 -0.052 0.34 -0.082 0.446 -0.153 C 0.52 -0.236 0.586 -0.318 0.632 -0.377 C 0.663 -0.428 0.675 -0.462 0.679 -0.493 C 0.68 -0.521 0.679 -0.546 0.672 -0.559 C 0.659 -0.577 0.63 -0.591 0.547 -0.605 C 0.466 -0.616 0.368 -0.616 0.269 -0.618 C 0.197 -0.618 0.144 -0.61 0.11 -0.591 C 0.077 -0.562 0.047 -0.531 0.012 -0.489 C -0.017 -0.443 -0.049 -0.392 -0.077 -0.338 C -0.107 -0.269 -0.162 -0.165 -0.216 -0.089 C -0.291 -0.018 -0.367 0.026 -0.431 0.059 C -0.482 0.083 -0.515 0.098 -0.532 0.106 C -0.542 0.106 -0.548 0.103 -0.553 0.093 C -0.56 0.032 -0.56 -0.035 -0.546 -0.089 C -0.498 -0.136 -0.397 -0.164 -0.269 -0.173 C -0.143 -0.151 -0.054 -0.095 0.001 -0.024 C 0.056 0.097 0.113 0.239 0.198 0.374 C 0.262 0.409 0.343 0.415 0.428 0.4 C 0.499 0.355 0.535 0.311 0.546 0.258 C 0.546 0.217 0.529 0.16 0.505 0.106 C 0.481 0.072 0.452 0.045 0.407 0.014 C 0.308 -0.02 0.248 -0.022 0.204 -0.02 C 0.168 -0.008 0.14 0.008 0.126 0.016 C 0.113 0.025 0.103 0.035 0.093 0.039 C 0.078 0.045 0.06 0.052 0.041 0.053 C 0.035 0.053 0.032 0.053 0.025 0.044 C 0.016 0.037 0.009 0.029 0.001 0.021 C -0.005 0.016 -0.011 0.009 -0.014 0.006 C -0.017 0.005 -0.021 0.002 -0.025 0.002 C -0.03 0.002 -0.034 0.002 -0.037 0.002 C -0.042 0.001 -0.046 0.001 -0.05 0.001 C -0.054 0.001 -0.055 -0.004 -0.056 -0.008 L -0.065 -0.008 L -0.054 -0.021 L -0.058 -0.009" pathEditMode="relative" ptsTypes="">
                                      <p:cBhvr>
                                        <p:cTn id="6" dur="2000" fill="hold"/>
                                        <p:tgtEl>
                                          <p:spTgt spid="3241827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jpg"/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/>
        <a:ea typeface="Arial"/>
        <a:cs typeface="Arial"/>
      </a:majorFont>
      <a:minorFont>
        <a:latin typeface="Century Gothic"/>
        <a:ea typeface="Arial"/>
        <a:cs typeface="Arial"/>
      </a:minorFont>
    </a:fontScheme>
    <a:fmtScheme name="Ион">
      <a:fillStyleLst>
        <a:solidFill>
          <a:schemeClr val="phClr"/>
        </a:solidFill>
        <a:gradFill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/>
        </a:gradFill>
        <a:blipFill>
          <a:blip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0</Words>
  <Application>Р7-Офис/7.4.0.227</Application>
  <DocSecurity>0</DocSecurity>
  <PresentationFormat>Широкоэкранный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Мебельный магазин “Стульчики-Стольчики”</dc:title>
  <dc:subject/>
  <dc:creator>SV</dc:creator>
  <cp:keywords/>
  <dc:description/>
  <dc:identifier/>
  <dc:language/>
  <cp:lastModifiedBy/>
  <cp:revision>12</cp:revision>
  <dcterms:created xsi:type="dcterms:W3CDTF">2025-11-06T13:03:25Z</dcterms:created>
  <dcterms:modified xsi:type="dcterms:W3CDTF">2025-11-07T07:54:32Z</dcterms:modified>
  <cp:category/>
  <cp:contentStatus/>
  <cp:version/>
</cp:coreProperties>
</file>