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0396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5138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493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198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2337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441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1002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3219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2086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2320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5897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9047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71625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0158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05269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0499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7793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C2AF00B2-28B2-4C04-8ED2-E83D3B44F79D}" type="datetimeFigureOut">
              <a:rPr lang="ru-RU" smtClean="0"/>
              <a:t>06.11.2025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8326F9-8D13-4040-BE67-B63EF3BAAB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44905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604818" y="2092325"/>
            <a:ext cx="9220200" cy="2100984"/>
          </a:xfrm>
        </p:spPr>
        <p:txBody>
          <a:bodyPr>
            <a:noAutofit/>
          </a:bodyPr>
          <a:lstStyle/>
          <a:p>
            <a:pPr algn="ctr"/>
            <a:r>
              <a:rPr lang="ru-RU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Мебельный магазин </a:t>
            </a:r>
            <a: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ru-RU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Стульчики-</a:t>
            </a:r>
            <a:r>
              <a:rPr lang="ru-RU" sz="6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Стольчики</a:t>
            </a:r>
            <a:r>
              <a:rPr lang="en-US" sz="6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</a:t>
            </a:r>
            <a:endParaRPr lang="ru-RU" sz="6000" dirty="0"/>
          </a:p>
        </p:txBody>
      </p:sp>
    </p:spTree>
    <p:extLst>
      <p:ext uri="{BB962C8B-B14F-4D97-AF65-F5344CB8AC3E}">
        <p14:creationId xmlns:p14="http://schemas.microsoft.com/office/powerpoint/2010/main" val="28184687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0546" y="240282"/>
            <a:ext cx="10068072" cy="1006627"/>
          </a:xfrm>
        </p:spPr>
        <p:txBody>
          <a:bodyPr/>
          <a:lstStyle/>
          <a:p>
            <a:pPr algn="just"/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Наш </a:t>
            </a:r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сайт представляет из себя приятный и удобный интерфейс, а также хороший функционал.</a:t>
            </a:r>
            <a:endParaRPr lang="ru-RU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717" y="1634836"/>
            <a:ext cx="10075267" cy="5010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0584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32510" y="193964"/>
            <a:ext cx="10002982" cy="1136072"/>
          </a:xfrm>
        </p:spPr>
        <p:txBody>
          <a:bodyPr/>
          <a:lstStyle/>
          <a:p>
            <a:pPr algn="just"/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В </a:t>
            </a:r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удобном формате был сделан список товаров. Можно нажать на карточку, чтобы посмотреть подробнее о данном товаре.</a:t>
            </a:r>
            <a:endParaRPr lang="ru-RU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909" y="1810326"/>
            <a:ext cx="9688945" cy="4844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20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0475" y="175627"/>
            <a:ext cx="10188143" cy="1385318"/>
          </a:xfrm>
        </p:spPr>
        <p:txBody>
          <a:bodyPr/>
          <a:lstStyle/>
          <a:p>
            <a:pPr algn="just"/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Здесь </a:t>
            </a:r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представлена полная характеристика товара и его цена. Также можно быстро добавить товар в корзину.</a:t>
            </a:r>
            <a:endParaRPr lang="ru-RU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3880" y="1791245"/>
            <a:ext cx="8450011" cy="489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3927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765" y="129445"/>
            <a:ext cx="10114254" cy="1523863"/>
          </a:xfrm>
        </p:spPr>
        <p:txBody>
          <a:bodyPr/>
          <a:lstStyle/>
          <a:p>
            <a:pPr algn="just"/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 </a:t>
            </a:r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данном сайте отдельно была расположена корзина с товарами. Если товар в корзине имеется, то будет предложено заказать товар с заполнение формы заказа.</a:t>
            </a:r>
            <a:endParaRPr lang="ru-RU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0110" y="2165082"/>
            <a:ext cx="9051636" cy="4559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054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7420" y="258754"/>
            <a:ext cx="10058835" cy="1080519"/>
          </a:xfrm>
        </p:spPr>
        <p:txBody>
          <a:bodyPr/>
          <a:lstStyle/>
          <a:p>
            <a:pPr algn="just"/>
            <a:r>
              <a:rPr lang="ru-RU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Можно будет заполнить форму со всеми данными для доставки и получения заказа.</a:t>
            </a:r>
            <a:endParaRPr lang="ru-RU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436" y="1339273"/>
            <a:ext cx="10686473" cy="5414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71719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">
  <a:themeElements>
    <a:clrScheme name="Ион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Ион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Ион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64</TotalTime>
  <Words>5</Words>
  <Application>Microsoft Office PowerPoint</Application>
  <PresentationFormat>Широкоэкранный</PresentationFormat>
  <Paragraphs>6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Arial</vt:lpstr>
      <vt:lpstr>Century Gothic</vt:lpstr>
      <vt:lpstr>Times New Roman</vt:lpstr>
      <vt:lpstr>Wingdings 3</vt:lpstr>
      <vt:lpstr>Ион</vt:lpstr>
      <vt:lpstr>Мебельный магазин “Стульчики-Стольчики”</vt:lpstr>
      <vt:lpstr> Наш сайт представляет из себя приятный и удобный интерфейс, а также хороший функционал.</vt:lpstr>
      <vt:lpstr> В удобном формате был сделан список товаров. Можно нажать на карточку, чтобы посмотреть подробнее о данном товаре.</vt:lpstr>
      <vt:lpstr> Здесь представлена полная характеристика товара и его цена. Также можно быстро добавить товар в корзину.</vt:lpstr>
      <vt:lpstr> На данном сайте отдельно была расположена корзина с товарами. Если товар в корзине имеется, то будет предложено заказать товар с заполнение формы заказа.</vt:lpstr>
      <vt:lpstr> Можно будет заполнить форму со всеми данными для доставки и получения заказа.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Мебельный магазин “Стульчики-Стольчики”</dc:title>
  <dc:creator>SV</dc:creator>
  <cp:lastModifiedBy>SV</cp:lastModifiedBy>
  <cp:revision>11</cp:revision>
  <dcterms:created xsi:type="dcterms:W3CDTF">2025-11-06T13:03:25Z</dcterms:created>
  <dcterms:modified xsi:type="dcterms:W3CDTF">2025-11-06T15:51:54Z</dcterms:modified>
</cp:coreProperties>
</file>